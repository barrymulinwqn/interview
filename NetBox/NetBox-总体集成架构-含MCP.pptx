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8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16" name="Group 115"/>
          <p:cNvGrpSpPr/>
          <p:nvPr/>
        </p:nvGrpSpPr>
        <p:grpSpPr>
          <a:xfrm>
            <a:off x="542290" y="1087755"/>
            <a:ext cx="11075035" cy="5593715"/>
            <a:chOff x="575" y="1210"/>
            <a:chExt cx="18231" cy="8669"/>
          </a:xfrm>
        </p:grpSpPr>
        <p:cxnSp>
          <p:nvCxnSpPr>
            <p:cNvPr id="2" name="Connector 1"/>
            <p:cNvCxnSpPr/>
            <p:nvPr/>
          </p:nvCxnSpPr>
          <p:spPr>
            <a:xfrm>
              <a:off x="778" y="1210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 2"/>
            <p:cNvCxnSpPr/>
            <p:nvPr/>
          </p:nvCxnSpPr>
          <p:spPr>
            <a:xfrm>
              <a:off x="778" y="1469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778" y="9878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78" y="1210"/>
              <a:ext cx="0" cy="8669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18403" y="1210"/>
              <a:ext cx="0" cy="8669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9101" y="1470"/>
              <a:ext cx="1037" cy="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20" b="0">
                  <a:solidFill>
                    <a:srgbClr val="5DD6C1"/>
                  </a:solidFill>
                  <a:latin typeface="PingFang SC" panose="020B0400000000000000" charset="-122"/>
                </a:rPr>
                <a:t>MCP</a:t>
              </a:r>
              <a:r>
                <a:rPr lang="en-US" sz="820" b="0">
                  <a:solidFill>
                    <a:srgbClr val="5DD6C1"/>
                  </a:solidFill>
                  <a:latin typeface="PingFang SC" panose="020B0400000000000000" charset="-122"/>
                </a:rPr>
                <a:t> </a:t>
              </a:r>
              <a:r>
                <a:rPr lang="en-US" sz="820" b="0">
                  <a:solidFill>
                    <a:srgbClr val="5DD6C1"/>
                  </a:solidFill>
                  <a:latin typeface="PingFang SC" panose="020B0400000000000000" charset="-122"/>
                </a:rPr>
                <a:t>Client</a:t>
              </a:r>
              <a:endParaRPr lang="en-US" sz="820" b="0">
                <a:solidFill>
                  <a:srgbClr val="5DD6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90" y="2913"/>
              <a:ext cx="2074" cy="18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80" b="0">
                  <a:solidFill>
                    <a:srgbClr val="5DD6C1"/>
                  </a:solidFill>
                  <a:latin typeface="PingFang SC" panose="020B0400000000000000" charset="-122"/>
                </a:rPr>
                <a:t>NetBox REST / GraphQL</a:t>
              </a:r>
              <a:endParaRPr sz="780" b="0">
                <a:solidFill>
                  <a:srgbClr val="5DD6C1"/>
                </a:solidFill>
                <a:latin typeface="PingFang SC" panose="020B0400000000000000" charset="-122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2082" y="3658"/>
              <a:ext cx="9578" cy="718"/>
              <a:chOff x="2082" y="3658"/>
              <a:chExt cx="9578" cy="718"/>
            </a:xfrm>
          </p:grpSpPr>
          <p:cxnSp>
            <p:nvCxnSpPr>
              <p:cNvPr id="15" name="Connector 14"/>
              <p:cNvCxnSpPr/>
              <p:nvPr/>
            </p:nvCxnSpPr>
            <p:spPr>
              <a:xfrm flipV="1">
                <a:off x="2082" y="3658"/>
                <a:ext cx="0" cy="719"/>
              </a:xfrm>
              <a:prstGeom prst="line">
                <a:avLst/>
              </a:prstGeom>
              <a:ln w="18415">
                <a:solidFill>
                  <a:srgbClr val="F3C65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>
                <a:off x="2082" y="3672"/>
                <a:ext cx="9578" cy="0"/>
              </a:xfrm>
              <a:prstGeom prst="line">
                <a:avLst/>
              </a:prstGeom>
              <a:ln w="18415">
                <a:solidFill>
                  <a:srgbClr val="F3C65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>
                <a:endCxn id="59" idx="0"/>
              </p:cNvCxnSpPr>
              <p:nvPr/>
            </p:nvCxnSpPr>
            <p:spPr>
              <a:xfrm>
                <a:off x="11658" y="3658"/>
                <a:ext cx="0" cy="712"/>
              </a:xfrm>
              <a:prstGeom prst="line">
                <a:avLst/>
              </a:prstGeom>
              <a:ln w="18415">
                <a:solidFill>
                  <a:srgbClr val="F3C65B"/>
                </a:solidFill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4493" y="3392"/>
              <a:ext cx="749" cy="18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80" b="0">
                  <a:solidFill>
                    <a:srgbClr val="F3C65B"/>
                  </a:solidFill>
                  <a:latin typeface="PingFang SC" panose="020B0400000000000000" charset="-122"/>
                </a:rPr>
                <a:t>CI/CD</a:t>
              </a:r>
              <a:endParaRPr sz="780" b="0">
                <a:solidFill>
                  <a:srgbClr val="F3C65B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1" name="Connector 20"/>
            <p:cNvCxnSpPr>
              <a:endCxn id="64" idx="1"/>
            </p:cNvCxnSpPr>
            <p:nvPr/>
          </p:nvCxnSpPr>
          <p:spPr>
            <a:xfrm>
              <a:off x="12911" y="5027"/>
              <a:ext cx="2294" cy="0"/>
            </a:xfrm>
            <a:prstGeom prst="line">
              <a:avLst/>
            </a:prstGeom>
            <a:ln w="18415">
              <a:solidFill>
                <a:srgbClr val="F29B5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3514" y="4207"/>
              <a:ext cx="1624" cy="658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inspect JSON、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トポロジーエクスポート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3" name="Connector 22"/>
            <p:cNvCxnSpPr>
              <a:stCxn id="54" idx="1"/>
            </p:cNvCxnSpPr>
            <p:nvPr/>
          </p:nvCxnSpPr>
          <p:spPr>
            <a:xfrm flipH="1">
              <a:off x="3673" y="5141"/>
              <a:ext cx="1330" cy="0"/>
            </a:xfrm>
            <a:prstGeom prst="line">
              <a:avLst/>
            </a:prstGeom>
            <a:ln w="14604">
              <a:solidFill>
                <a:srgbClr val="7FB5F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65" y="4287"/>
              <a:ext cx="1163" cy="759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トポロジーまたは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デバイス一覧を生成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6812" y="5818"/>
              <a:ext cx="0" cy="691"/>
            </a:xfrm>
            <a:prstGeom prst="line">
              <a:avLst/>
            </a:prstGeom>
            <a:ln w="15875">
              <a:solidFill>
                <a:srgbClr val="F29B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H="1">
              <a:off x="6293" y="6509"/>
              <a:ext cx="10519" cy="0"/>
            </a:xfrm>
            <a:prstGeom prst="line">
              <a:avLst/>
            </a:prstGeom>
            <a:ln w="15875">
              <a:solidFill>
                <a:srgbClr val="F29B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6293" y="5947"/>
              <a:ext cx="0" cy="562"/>
            </a:xfrm>
            <a:prstGeom prst="line">
              <a:avLst/>
            </a:prstGeom>
            <a:ln w="15875">
              <a:solidFill>
                <a:srgbClr val="F29B5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4794" y="5992"/>
              <a:ext cx="1847" cy="36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テスト環境のアセット一覧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6003" y="5947"/>
              <a:ext cx="0" cy="1759"/>
            </a:xfrm>
            <a:prstGeom prst="line">
              <a:avLst/>
            </a:prstGeom>
            <a:ln w="17145">
              <a:solidFill>
                <a:srgbClr val="7FB5F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491" y="6603"/>
              <a:ext cx="1569" cy="658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NetBox API 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による静的メタデータ同期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33" y="4346"/>
              <a:ext cx="1329" cy="692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許可済みスキャン対象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とコンテキスト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21" y="9334"/>
              <a:ext cx="1568" cy="465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リアルタイムのネットワーク状態と診断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984" y="8353"/>
              <a:ext cx="1624" cy="63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リスク概要、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外部リンク、修正ステータス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37" name="Connector 36"/>
            <p:cNvCxnSpPr>
              <a:stCxn id="74" idx="3"/>
              <a:endCxn id="79" idx="1"/>
            </p:cNvCxnSpPr>
            <p:nvPr/>
          </p:nvCxnSpPr>
          <p:spPr>
            <a:xfrm flipV="1">
              <a:off x="12125" y="8387"/>
              <a:ext cx="2390" cy="17"/>
            </a:xfrm>
            <a:prstGeom prst="line">
              <a:avLst/>
            </a:prstGeom>
            <a:ln w="17145">
              <a:solidFill>
                <a:srgbClr val="EE897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2377" y="8508"/>
              <a:ext cx="1903" cy="466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脆弱性チケットと修正タスク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4075" y="1267"/>
              <a:ext cx="4608" cy="1065"/>
              <a:chOff x="7315" y="1268"/>
              <a:chExt cx="4608" cy="1065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7315" y="1268"/>
                <a:ext cx="4608" cy="1065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3C6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574" y="1499"/>
                <a:ext cx="634" cy="634"/>
              </a:xfrm>
              <a:prstGeom prst="ellipse">
                <a:avLst/>
              </a:prstGeom>
              <a:solidFill>
                <a:srgbClr val="F3C6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574" y="1724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AI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381" y="1472"/>
                <a:ext cx="3341" cy="31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20" b="1">
                    <a:solidFill>
                      <a:srgbClr val="F5F8F7"/>
                    </a:solidFill>
                    <a:latin typeface="PingFang SC" panose="020B0400000000000000" charset="-122"/>
                  </a:rPr>
                  <a:t>AI / 自動化クライアント</a:t>
                </a:r>
                <a:endParaRPr sz="132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381" y="1793"/>
                <a:ext cx="3341" cy="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エージェント、スクリプト、ワークフロー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8683" y="1268"/>
              <a:ext cx="6522" cy="1064"/>
              <a:chOff x="8683" y="1268"/>
              <a:chExt cx="6522" cy="1064"/>
            </a:xfrm>
          </p:grpSpPr>
          <p:cxnSp>
            <p:nvCxnSpPr>
              <p:cNvPr id="10" name="Connector 9"/>
              <p:cNvCxnSpPr>
                <a:stCxn id="39" idx="3"/>
                <a:endCxn id="44" idx="1"/>
              </p:cNvCxnSpPr>
              <p:nvPr/>
            </p:nvCxnSpPr>
            <p:spPr>
              <a:xfrm>
                <a:off x="8683" y="1800"/>
                <a:ext cx="1914" cy="0"/>
              </a:xfrm>
              <a:prstGeom prst="line">
                <a:avLst/>
              </a:prstGeom>
              <a:ln w="20320">
                <a:solidFill>
                  <a:srgbClr val="5DD6C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7" name="Group 96"/>
              <p:cNvGrpSpPr/>
              <p:nvPr/>
            </p:nvGrpSpPr>
            <p:grpSpPr>
              <a:xfrm>
                <a:off x="10597" y="1268"/>
                <a:ext cx="4608" cy="1064"/>
                <a:chOff x="7315" y="2678"/>
                <a:chExt cx="4608" cy="1064"/>
              </a:xfrm>
            </p:grpSpPr>
            <p:sp>
              <p:nvSpPr>
                <p:cNvPr id="44" name="Rounded Rectangle 43"/>
                <p:cNvSpPr/>
                <p:nvPr/>
              </p:nvSpPr>
              <p:spPr>
                <a:xfrm>
                  <a:off x="7315" y="2678"/>
                  <a:ext cx="4608" cy="1064"/>
                </a:xfrm>
                <a:prstGeom prst="roundRect">
                  <a:avLst/>
                </a:prstGeom>
                <a:solidFill>
                  <a:srgbClr val="172733"/>
                </a:solidFill>
                <a:ln w="13970">
                  <a:solidFill>
                    <a:srgbClr val="5DD6C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7574" y="2938"/>
                  <a:ext cx="634" cy="634"/>
                </a:xfrm>
                <a:prstGeom prst="ellipse">
                  <a:avLst/>
                </a:prstGeom>
                <a:solidFill>
                  <a:srgbClr val="5DD6C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7574" y="3120"/>
                  <a:ext cx="634" cy="2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950" b="1">
                      <a:solidFill>
                        <a:srgbClr val="0D1820"/>
                      </a:solidFill>
                      <a:latin typeface="PingFang SC" panose="020B0400000000000000" charset="-122"/>
                    </a:rPr>
                    <a:t>M</a:t>
                  </a:r>
                  <a:endParaRPr sz="950" b="1">
                    <a:solidFill>
                      <a:srgbClr val="0D1820"/>
                    </a:solidFill>
                    <a:latin typeface="PingFang SC" panose="020B0400000000000000" charset="-122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8381" y="2921"/>
                  <a:ext cx="3341" cy="31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1320" b="1">
                      <a:solidFill>
                        <a:srgbClr val="F5F8F7"/>
                      </a:solidFill>
                      <a:latin typeface="PingFang SC" panose="020B0400000000000000" charset="-122"/>
                    </a:rPr>
                    <a:t>NetBox MCP Server</a:t>
                  </a:r>
                  <a:endParaRPr sz="1320" b="1">
                    <a:solidFill>
                      <a:srgbClr val="F5F8F7"/>
                    </a:solidFill>
                    <a:latin typeface="PingFang SC" panose="020B0400000000000000" charset="-122"/>
                  </a:endParaRP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8381" y="3197"/>
                  <a:ext cx="3341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l"/>
                  <a:r>
                    <a:rPr sz="930" b="0">
                      <a:solidFill>
                        <a:srgbClr val="A9BBC1"/>
                      </a:solidFill>
                      <a:latin typeface="PingFang SC" panose="020B0400000000000000" charset="-122"/>
                    </a:rPr>
                    <a:t>NetBox tools / resources / prompts</a:t>
                  </a:r>
                  <a:endParaRPr sz="930" b="0">
                    <a:solidFill>
                      <a:srgbClr val="A9BBC1"/>
                    </a:solidFill>
                    <a:latin typeface="PingFang SC" panose="020B0400000000000000" charset="-122"/>
                  </a:endParaRPr>
                </a:p>
              </p:txBody>
            </p:sp>
          </p:grpSp>
        </p:grpSp>
        <p:grpSp>
          <p:nvGrpSpPr>
            <p:cNvPr id="92" name="Group 91"/>
            <p:cNvGrpSpPr/>
            <p:nvPr/>
          </p:nvGrpSpPr>
          <p:grpSpPr>
            <a:xfrm>
              <a:off x="575" y="4384"/>
              <a:ext cx="3110" cy="1642"/>
              <a:chOff x="575" y="4384"/>
              <a:chExt cx="3110" cy="1642"/>
            </a:xfrm>
          </p:grpSpPr>
          <p:sp>
            <p:nvSpPr>
              <p:cNvPr id="49" name="Rounded Rectangle 48"/>
              <p:cNvSpPr/>
              <p:nvPr/>
            </p:nvSpPr>
            <p:spPr>
              <a:xfrm>
                <a:off x="575" y="4384"/>
                <a:ext cx="3110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3C6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152" y="4579"/>
                <a:ext cx="634" cy="634"/>
              </a:xfrm>
              <a:prstGeom prst="ellipse">
                <a:avLst/>
              </a:prstGeom>
              <a:solidFill>
                <a:srgbClr val="F3C6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152" y="4762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G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958" y="4594"/>
                <a:ext cx="1334" cy="3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Git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958" y="5098"/>
                <a:ext cx="1334" cy="66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Containerlab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トポロジーとテンプレート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5003" y="4320"/>
              <a:ext cx="3600" cy="1642"/>
              <a:chOff x="4493" y="4320"/>
              <a:chExt cx="3600" cy="1642"/>
            </a:xfrm>
          </p:grpSpPr>
          <p:sp>
            <p:nvSpPr>
              <p:cNvPr id="54" name="Rounded Rectangle 53"/>
              <p:cNvSpPr/>
              <p:nvPr/>
            </p:nvSpPr>
            <p:spPr>
              <a:xfrm>
                <a:off x="4493" y="4320"/>
                <a:ext cx="3600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7FB5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752" y="4579"/>
                <a:ext cx="634" cy="634"/>
              </a:xfrm>
              <a:prstGeom prst="ellipse">
                <a:avLst/>
              </a:prstGeom>
              <a:solidFill>
                <a:srgbClr val="7FB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752" y="4762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N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558" y="4594"/>
                <a:ext cx="2333" cy="3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NetBox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558" y="5097"/>
                <a:ext cx="2333" cy="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設計、IPAM、DCIM、メタデータ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9872" y="4370"/>
              <a:ext cx="3571" cy="1378"/>
              <a:chOff x="8554" y="4320"/>
              <a:chExt cx="3571" cy="1378"/>
            </a:xfrm>
          </p:grpSpPr>
          <p:sp>
            <p:nvSpPr>
              <p:cNvPr id="59" name="Rounded Rectangle 58"/>
              <p:cNvSpPr/>
              <p:nvPr/>
            </p:nvSpPr>
            <p:spPr>
              <a:xfrm>
                <a:off x="8554" y="4320"/>
                <a:ext cx="3571" cy="1378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29B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8813" y="4579"/>
                <a:ext cx="634" cy="634"/>
              </a:xfrm>
              <a:prstGeom prst="ellipse">
                <a:avLst/>
              </a:prstGeom>
              <a:solidFill>
                <a:srgbClr val="F29B5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813" y="4762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C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9619" y="4594"/>
                <a:ext cx="2305" cy="3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Containerlab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9619" y="5097"/>
                <a:ext cx="2305" cy="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再現可能なネットワークラボをデプロイ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15205" y="4206"/>
              <a:ext cx="3601" cy="1642"/>
              <a:chOff x="12557" y="4320"/>
              <a:chExt cx="3743" cy="1642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12557" y="4320"/>
                <a:ext cx="3341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29B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12816" y="4579"/>
                <a:ext cx="634" cy="634"/>
              </a:xfrm>
              <a:prstGeom prst="ellipse">
                <a:avLst/>
              </a:prstGeom>
              <a:solidFill>
                <a:srgbClr val="F29B5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2816" y="4761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R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3622" y="4595"/>
                <a:ext cx="2678" cy="3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実行状態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3622" y="5098"/>
                <a:ext cx="2678" cy="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inspect JSON / 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topology-data.json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292" y="7706"/>
              <a:ext cx="3600" cy="1469"/>
              <a:chOff x="4493" y="7229"/>
              <a:chExt cx="3600" cy="1469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4493" y="7229"/>
                <a:ext cx="3600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4752" y="7488"/>
                <a:ext cx="634" cy="634"/>
              </a:xfrm>
              <a:prstGeom prst="ellipse">
                <a:avLst/>
              </a:prstGeom>
              <a:solidFill>
                <a:srgbClr val="B9A8E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4752" y="7671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B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558" y="7515"/>
                <a:ext cx="2333" cy="32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NetBrain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5558" y="8007"/>
                <a:ext cx="2333" cy="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リアルタイム検出、マッピング、診断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8554" y="7669"/>
              <a:ext cx="3571" cy="1469"/>
              <a:chOff x="8554" y="7229"/>
              <a:chExt cx="3571" cy="1469"/>
            </a:xfrm>
          </p:grpSpPr>
          <p:sp>
            <p:nvSpPr>
              <p:cNvPr id="74" name="Rounded Rectangle 73"/>
              <p:cNvSpPr/>
              <p:nvPr/>
            </p:nvSpPr>
            <p:spPr>
              <a:xfrm>
                <a:off x="8554" y="7229"/>
                <a:ext cx="3571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EE89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8813" y="7488"/>
                <a:ext cx="634" cy="634"/>
              </a:xfrm>
              <a:prstGeom prst="ellipse">
                <a:avLst/>
              </a:prstGeom>
              <a:solidFill>
                <a:srgbClr val="EE897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813" y="7671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T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9619" y="7515"/>
                <a:ext cx="2305" cy="32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Tenable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9619" y="8007"/>
                <a:ext cx="2305" cy="66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脆弱性、コンプライアンス、エクスポージャー管理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14515" y="7652"/>
              <a:ext cx="3746" cy="1469"/>
              <a:chOff x="12557" y="7229"/>
              <a:chExt cx="3746" cy="1469"/>
            </a:xfrm>
          </p:grpSpPr>
          <p:sp>
            <p:nvSpPr>
              <p:cNvPr id="79" name="Rounded Rectangle 78"/>
              <p:cNvSpPr/>
              <p:nvPr/>
            </p:nvSpPr>
            <p:spPr>
              <a:xfrm>
                <a:off x="12557" y="7229"/>
                <a:ext cx="3490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9AD7B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2816" y="7488"/>
                <a:ext cx="634" cy="634"/>
              </a:xfrm>
              <a:prstGeom prst="ellipse">
                <a:avLst/>
              </a:prstGeom>
              <a:solidFill>
                <a:srgbClr val="9AD7B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12816" y="7671"/>
                <a:ext cx="634" cy="2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I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13623" y="7515"/>
                <a:ext cx="2679" cy="32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ITSM / チケット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3623" y="8007"/>
                <a:ext cx="2680" cy="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修正フローと変更承認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6323" y="2338"/>
              <a:ext cx="6588" cy="1979"/>
              <a:chOff x="6323" y="2338"/>
              <a:chExt cx="6588" cy="1979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6323" y="3257"/>
                <a:ext cx="0" cy="1061"/>
              </a:xfrm>
              <a:prstGeom prst="line">
                <a:avLst/>
              </a:prstGeom>
              <a:ln w="20320">
                <a:solidFill>
                  <a:srgbClr val="5DD6C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4"/>
              <p:cNvCxnSpPr/>
              <p:nvPr/>
            </p:nvCxnSpPr>
            <p:spPr>
              <a:xfrm flipV="1">
                <a:off x="12911" y="2338"/>
                <a:ext cx="0" cy="919"/>
              </a:xfrm>
              <a:prstGeom prst="line">
                <a:avLst/>
              </a:prstGeom>
              <a:ln w="20320">
                <a:solidFill>
                  <a:srgbClr val="5DD6C1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 25"/>
              <p:cNvCxnSpPr/>
              <p:nvPr/>
            </p:nvCxnSpPr>
            <p:spPr>
              <a:xfrm flipH="1">
                <a:off x="6325" y="3267"/>
                <a:ext cx="6586" cy="0"/>
              </a:xfrm>
              <a:prstGeom prst="line">
                <a:avLst/>
              </a:prstGeom>
              <a:ln w="20320">
                <a:solidFill>
                  <a:srgbClr val="5DD6C1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/>
            <p:cNvGrpSpPr/>
            <p:nvPr/>
          </p:nvGrpSpPr>
          <p:grpSpPr>
            <a:xfrm>
              <a:off x="5998" y="9121"/>
              <a:ext cx="10519" cy="758"/>
              <a:chOff x="5998" y="9121"/>
              <a:chExt cx="10519" cy="758"/>
            </a:xfrm>
          </p:grpSpPr>
          <p:cxnSp>
            <p:nvCxnSpPr>
              <p:cNvPr id="107" name="Connector 14"/>
              <p:cNvCxnSpPr/>
              <p:nvPr/>
            </p:nvCxnSpPr>
            <p:spPr>
              <a:xfrm flipV="1">
                <a:off x="5998" y="9175"/>
                <a:ext cx="0" cy="703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Connector 25"/>
              <p:cNvCxnSpPr/>
              <p:nvPr/>
            </p:nvCxnSpPr>
            <p:spPr>
              <a:xfrm flipH="1">
                <a:off x="5998" y="9878"/>
                <a:ext cx="10519" cy="0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Connector 14"/>
              <p:cNvCxnSpPr/>
              <p:nvPr/>
            </p:nvCxnSpPr>
            <p:spPr>
              <a:xfrm flipV="1">
                <a:off x="16517" y="9121"/>
                <a:ext cx="0" cy="758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>
            <a:xfrm>
              <a:off x="8583" y="5126"/>
              <a:ext cx="609" cy="2542"/>
              <a:chOff x="8583" y="5126"/>
              <a:chExt cx="609" cy="2542"/>
            </a:xfrm>
          </p:grpSpPr>
          <p:cxnSp>
            <p:nvCxnSpPr>
              <p:cNvPr id="111" name="Connector 17"/>
              <p:cNvCxnSpPr/>
              <p:nvPr/>
            </p:nvCxnSpPr>
            <p:spPr>
              <a:xfrm>
                <a:off x="8583" y="5126"/>
                <a:ext cx="609" cy="0"/>
              </a:xfrm>
              <a:prstGeom prst="line">
                <a:avLst/>
              </a:prstGeom>
              <a:ln w="14604">
                <a:solidFill>
                  <a:srgbClr val="7FB5F5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28"/>
              <p:cNvCxnSpPr/>
              <p:nvPr/>
            </p:nvCxnSpPr>
            <p:spPr>
              <a:xfrm>
                <a:off x="9192" y="5126"/>
                <a:ext cx="0" cy="2543"/>
              </a:xfrm>
              <a:prstGeom prst="line">
                <a:avLst/>
              </a:prstGeom>
              <a:ln w="17145">
                <a:solidFill>
                  <a:srgbClr val="7FB5F5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Connector 17"/>
            <p:cNvCxnSpPr/>
            <p:nvPr/>
          </p:nvCxnSpPr>
          <p:spPr>
            <a:xfrm>
              <a:off x="7955" y="8357"/>
              <a:ext cx="609" cy="0"/>
            </a:xfrm>
            <a:prstGeom prst="line">
              <a:avLst/>
            </a:prstGeom>
            <a:ln w="14604">
              <a:solidFill>
                <a:srgbClr val="EE8978"/>
              </a:solidFill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28"/>
            <p:cNvCxnSpPr/>
            <p:nvPr/>
          </p:nvCxnSpPr>
          <p:spPr>
            <a:xfrm>
              <a:off x="7965" y="5962"/>
              <a:ext cx="0" cy="2395"/>
            </a:xfrm>
            <a:prstGeom prst="line">
              <a:avLst/>
            </a:prstGeom>
            <a:ln w="14604">
              <a:solidFill>
                <a:srgbClr val="EE8978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105410" y="129540"/>
            <a:ext cx="10064115" cy="6400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8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/>
            <a:r>
              <a:rPr lang="en-US" altLang="en-US">
                <a:ea typeface="+mj-ea"/>
                <a:sym typeface="+mn-ea"/>
              </a:rPr>
              <a:t>NETBOX INTEGRATION BLUEPRINT </a:t>
            </a:r>
            <a:endParaRPr lang="en-US" altLang="en-US"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WPS Docs</Application>
  <PresentationFormat>On-screen Show (4:3)</PresentationFormat>
  <Paragraphs>85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Arial</vt:lpstr>
      <vt:lpstr>PingFang SC</vt:lpstr>
      <vt:lpstr>Calibri</vt:lpstr>
      <vt:lpstr>Helvetica Neue</vt:lpstr>
      <vt:lpstr>汉仪书宋二KW</vt:lpstr>
      <vt:lpstr>MS PGothic</vt:lpstr>
      <vt:lpstr>Arial Unicode MS</vt:lpstr>
      <vt:lpstr>SimSun</vt:lpstr>
      <vt:lpstr>Microsoft YaHei</vt:lpstr>
      <vt:lpstr>汉仪旗黑</vt:lpstr>
      <vt:lpstr>Office Theme</vt:lpstr>
      <vt:lpstr>NETBOX INTEGRATION BLUEPRINT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BarryXue</cp:lastModifiedBy>
  <cp:revision>24</cp:revision>
  <dcterms:created xsi:type="dcterms:W3CDTF">2026-09-16T13:51:46Z</dcterms:created>
  <dcterms:modified xsi:type="dcterms:W3CDTF">2026-09-16T13:51:46Z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C37FC22A7ECC18395052AA6A4E3454BF_42</vt:lpwstr>
  </property>
  <property fmtid="{D5CDD505-2E9C-101B-9397-08002B2CF9AE}" pid="3" name="KSOProductBuildVer">
    <vt:lpwstr>1033-12.1.28492.28492</vt:lpwstr>
  </property>
</Properties>
</file>